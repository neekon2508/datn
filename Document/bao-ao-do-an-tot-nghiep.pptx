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58" r:id="rId4"/>
    <p:sldId id="269" r:id="rId5"/>
    <p:sldId id="259" r:id="rId6"/>
    <p:sldId id="291" r:id="rId7"/>
    <p:sldId id="271" r:id="rId8"/>
    <p:sldId id="281" r:id="rId9"/>
    <p:sldId id="292" r:id="rId10"/>
    <p:sldId id="274" r:id="rId11"/>
    <p:sldId id="272" r:id="rId12"/>
    <p:sldId id="285" r:id="rId13"/>
    <p:sldId id="288" r:id="rId14"/>
    <p:sldId id="286" r:id="rId15"/>
    <p:sldId id="293" r:id="rId16"/>
    <p:sldId id="296" r:id="rId17"/>
    <p:sldId id="294" r:id="rId18"/>
    <p:sldId id="295" r:id="rId19"/>
    <p:sldId id="289" r:id="rId20"/>
    <p:sldId id="26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1" autoAdjust="0"/>
    <p:restoredTop sz="95356" autoAdjust="0"/>
  </p:normalViewPr>
  <p:slideViewPr>
    <p:cSldViewPr snapToGrid="0" showGuides="1">
      <p:cViewPr varScale="1">
        <p:scale>
          <a:sx n="84" d="100"/>
          <a:sy n="84" d="100"/>
        </p:scale>
        <p:origin x="67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2" d="100"/>
          <a:sy n="92" d="100"/>
        </p:scale>
        <p:origin x="3732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pPr/>
              <a:t>5/28/2025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pPr/>
              <a:t>5/28/2025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cs typeface="Arial" pitchFamily="34" charset="0"/>
              </a:rPr>
              <a:t>NOTE: </a:t>
            </a:r>
            <a:r>
              <a:rPr lang="en-US" sz="1200" dirty="0" smtClean="0">
                <a:cs typeface="Arial" pitchFamily="34" charset="0"/>
              </a:rPr>
              <a:t>Want a different image </a:t>
            </a:r>
            <a:r>
              <a:rPr lang="en-US" sz="1200" dirty="0">
                <a:cs typeface="Arial" pitchFamily="34" charset="0"/>
              </a:rPr>
              <a:t>on this </a:t>
            </a:r>
            <a:r>
              <a:rPr lang="en-US" sz="1200" dirty="0" smtClean="0">
                <a:cs typeface="Arial" pitchFamily="34" charset="0"/>
              </a:rPr>
              <a:t>slide? Select </a:t>
            </a:r>
            <a:r>
              <a:rPr lang="en-US" sz="1200" dirty="0">
                <a:cs typeface="Arial" pitchFamily="34" charset="0"/>
              </a:rPr>
              <a:t>the picture and delete it. </a:t>
            </a:r>
            <a:r>
              <a:rPr lang="en-US" sz="1200" dirty="0" smtClean="0">
                <a:cs typeface="Arial" pitchFamily="34" charset="0"/>
              </a:rPr>
              <a:t>Now </a:t>
            </a:r>
            <a:r>
              <a:rPr lang="en-US" sz="1200" dirty="0">
                <a:cs typeface="Arial" pitchFamily="34" charset="0"/>
              </a:rPr>
              <a:t>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51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805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810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0249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0352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799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5/28/2025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5/28/2025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/>
              <a:t>Click to edit Master subtitle style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5/28/2025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5/28/2025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5/28/2025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5/28/2025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5/28/2025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5/28/2025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5/28/2025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5/28/2025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5/28/2025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  <a:p>
            <a:pPr lvl="5"/>
            <a:r>
              <a:rPr/>
              <a:t>Sixth level</a:t>
            </a:r>
          </a:p>
          <a:p>
            <a:pPr lvl="6"/>
            <a:r>
              <a:rPr/>
              <a:t>Seventh level</a:t>
            </a:r>
          </a:p>
          <a:p>
            <a:pPr lvl="7"/>
            <a:r>
              <a:rPr/>
              <a:t>Eighth level</a:t>
            </a:r>
          </a:p>
          <a:p>
            <a:pPr lvl="8"/>
            <a:r>
              <a:rPr/>
              <a:t>Ninth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5/28/2025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0FF54DE5-C571-48E8-A5BC-B369434E2F44}" type="slidenum">
              <a:rPr/>
              <a:pPr/>
              <a:t>‹#›</a:t>
            </a:fld>
            <a:endParaRPr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61925" y="1933575"/>
            <a:ext cx="6591300" cy="1600200"/>
          </a:xfrm>
        </p:spPr>
        <p:txBody>
          <a:bodyPr anchor="ctr">
            <a:normAutofit/>
          </a:bodyPr>
          <a:lstStyle/>
          <a:p>
            <a:pPr algn="ctr"/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Báo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Cáo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ĐỒ ÁN TỐT NGHIỆP ĐẠI HỌC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819150" y="3387834"/>
            <a:ext cx="5553075" cy="612666"/>
          </a:xfrm>
        </p:spPr>
        <p:txBody>
          <a:bodyPr>
            <a:noAutofit/>
          </a:bodyPr>
          <a:lstStyle/>
          <a:p>
            <a:pPr algn="ctr"/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Xây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dựng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Android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Tiếng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Anh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English flashcard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Placeholder 3" descr="Open book on table, blurred shelves of books in background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Text Box 1046"/>
          <p:cNvSpPr txBox="1">
            <a:spLocks noChangeArrowheads="1"/>
          </p:cNvSpPr>
          <p:nvPr/>
        </p:nvSpPr>
        <p:spPr bwMode="auto">
          <a:xfrm>
            <a:off x="3086100" y="260350"/>
            <a:ext cx="7086600" cy="70788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TRƯỜNG ĐẠI HỌC CÔNG NGHIỆP </a:t>
            </a:r>
            <a:r>
              <a:rPr lang="en-US"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HÀ </a:t>
            </a:r>
            <a:r>
              <a:rPr lang="en-US" sz="20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NỘI</a:t>
            </a:r>
            <a:endParaRPr lang="en-US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TRƯỜNG CÔNG NGHỆ THÔNG TIN VÀ TRUYỀN THÔNG</a:t>
            </a:r>
            <a:endParaRPr 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2876" y="4219575"/>
            <a:ext cx="67246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 smtClean="0"/>
              <a:t>Giáo</a:t>
            </a:r>
            <a:r>
              <a:rPr lang="en-US" sz="2200" dirty="0" smtClean="0"/>
              <a:t> </a:t>
            </a:r>
            <a:r>
              <a:rPr lang="en-US" sz="2200" dirty="0" err="1" smtClean="0"/>
              <a:t>viên</a:t>
            </a:r>
            <a:r>
              <a:rPr lang="en-US" sz="2200" dirty="0" smtClean="0"/>
              <a:t> </a:t>
            </a:r>
            <a:r>
              <a:rPr lang="en-US" sz="2200" dirty="0" err="1" smtClean="0"/>
              <a:t>hướng</a:t>
            </a:r>
            <a:r>
              <a:rPr lang="en-US" sz="2200" dirty="0" smtClean="0"/>
              <a:t> </a:t>
            </a:r>
            <a:r>
              <a:rPr lang="en-US" sz="2200" dirty="0" err="1" smtClean="0"/>
              <a:t>dẫn</a:t>
            </a:r>
            <a:r>
              <a:rPr lang="en-US" sz="2200" dirty="0" smtClean="0"/>
              <a:t>: PGS. TS </a:t>
            </a:r>
            <a:r>
              <a:rPr lang="en-US" sz="2200" dirty="0" err="1" smtClean="0"/>
              <a:t>Trần</a:t>
            </a:r>
            <a:r>
              <a:rPr lang="en-US" sz="2200" dirty="0" smtClean="0"/>
              <a:t> </a:t>
            </a:r>
            <a:r>
              <a:rPr lang="en-US" sz="2200" dirty="0" err="1" smtClean="0"/>
              <a:t>Đăng</a:t>
            </a:r>
            <a:r>
              <a:rPr lang="en-US" sz="2200" dirty="0" smtClean="0"/>
              <a:t> </a:t>
            </a:r>
            <a:r>
              <a:rPr lang="en-US" sz="2200" dirty="0" err="1" smtClean="0"/>
              <a:t>Hưng</a:t>
            </a:r>
            <a:endParaRPr lang="en-US" sz="2200" dirty="0" smtClean="0"/>
          </a:p>
          <a:p>
            <a:r>
              <a:rPr lang="en-US" sz="2200" dirty="0" err="1" smtClean="0"/>
              <a:t>Sinh</a:t>
            </a:r>
            <a:r>
              <a:rPr lang="en-US" sz="2200" dirty="0" smtClean="0"/>
              <a:t> </a:t>
            </a:r>
            <a:r>
              <a:rPr lang="en-US" sz="2200" dirty="0" err="1" smtClean="0"/>
              <a:t>viên</a:t>
            </a:r>
            <a:r>
              <a:rPr lang="en-US" sz="2200" dirty="0" smtClean="0"/>
              <a:t> </a:t>
            </a:r>
            <a:r>
              <a:rPr lang="en-US" sz="2200" dirty="0" err="1" smtClean="0"/>
              <a:t>thực</a:t>
            </a:r>
            <a:r>
              <a:rPr lang="en-US" sz="2200" dirty="0" smtClean="0"/>
              <a:t> </a:t>
            </a:r>
            <a:r>
              <a:rPr lang="en-US" sz="2200" dirty="0" err="1" smtClean="0"/>
              <a:t>hiện</a:t>
            </a:r>
            <a:r>
              <a:rPr lang="en-US" sz="2200" dirty="0" smtClean="0"/>
              <a:t>:   </a:t>
            </a:r>
            <a:r>
              <a:rPr lang="en-US" sz="2200" dirty="0" err="1" smtClean="0"/>
              <a:t>Nguyễn</a:t>
            </a:r>
            <a:r>
              <a:rPr lang="en-US" sz="2200" dirty="0" smtClean="0"/>
              <a:t> </a:t>
            </a:r>
            <a:r>
              <a:rPr lang="en-US" sz="2200" dirty="0" err="1" smtClean="0"/>
              <a:t>Trung</a:t>
            </a:r>
            <a:r>
              <a:rPr lang="en-US" sz="2200" dirty="0" smtClean="0"/>
              <a:t> </a:t>
            </a:r>
            <a:r>
              <a:rPr lang="en-US" sz="2200" dirty="0" err="1" smtClean="0"/>
              <a:t>Nghĩa</a:t>
            </a:r>
            <a:endParaRPr lang="en-US" sz="2200" dirty="0" smtClean="0"/>
          </a:p>
          <a:p>
            <a:r>
              <a:rPr lang="en-US" sz="2200" dirty="0" err="1" smtClean="0"/>
              <a:t>Mã</a:t>
            </a:r>
            <a:r>
              <a:rPr lang="en-US" sz="2200" dirty="0" smtClean="0"/>
              <a:t> </a:t>
            </a:r>
            <a:r>
              <a:rPr lang="en-US" sz="2200" dirty="0" err="1" smtClean="0"/>
              <a:t>sinh</a:t>
            </a:r>
            <a:r>
              <a:rPr lang="en-US" sz="2200" dirty="0" smtClean="0"/>
              <a:t> </a:t>
            </a:r>
            <a:r>
              <a:rPr lang="en-US" sz="2200" dirty="0" err="1" smtClean="0"/>
              <a:t>viên</a:t>
            </a:r>
            <a:r>
              <a:rPr lang="en-US" sz="2200" dirty="0" smtClean="0"/>
              <a:t>:		2021601003</a:t>
            </a:r>
            <a:endParaRPr lang="en-US" sz="2200" dirty="0"/>
          </a:p>
        </p:txBody>
      </p:sp>
      <p:sp>
        <p:nvSpPr>
          <p:cNvPr id="9" name="TextBox 8"/>
          <p:cNvSpPr txBox="1"/>
          <p:nvPr/>
        </p:nvSpPr>
        <p:spPr>
          <a:xfrm>
            <a:off x="2447925" y="5810250"/>
            <a:ext cx="1933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Hà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Nội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5/2025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err="1" smtClean="0">
                <a:latin typeface="Times New Roman" pitchFamily="18" charset="0"/>
                <a:cs typeface="Times New Roman" pitchFamily="18" charset="0"/>
              </a:rPr>
              <a:t>Nội</a:t>
            </a:r>
            <a:r>
              <a:rPr lang="en-US" sz="4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800" dirty="0" smtClean="0">
                <a:latin typeface="Times New Roman" pitchFamily="18" charset="0"/>
                <a:cs typeface="Times New Roman" pitchFamily="18" charset="0"/>
              </a:rPr>
              <a:t>dung</a:t>
            </a:r>
            <a:endParaRPr lang="en-US" sz="4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Lý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do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tài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tiêu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quả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dự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kiến</a:t>
            </a: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tích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thiết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kế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hệ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thống</a:t>
            </a: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nghệ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sử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dụng</a:t>
            </a: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quả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chương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trình</a:t>
            </a: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Tổng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kết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Lý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do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tài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tiêu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quả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dự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kiến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77303" y="1428750"/>
            <a:ext cx="9881197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Lý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do </a:t>
            </a:r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tài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Tiếng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Anh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đóng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vai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trò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ngôn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ngữ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giao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tiếp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quốc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tế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trọng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giao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tiếp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bùng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nổ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nghệ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nay,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ngoại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ngữ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cụ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hỗ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trợ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giúp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dùng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nâng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cao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kỹ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năng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tiêu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dự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án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Khảo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sát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tích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thiết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kế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thoại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Android.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Xây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dựng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Android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Tiếng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Anh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English flashcard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web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quản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Kiểm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thử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Android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web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quản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quả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dự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kiến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Android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Tiếng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flashcard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Website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quản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lý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27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tích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thiết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kế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hệ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thống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đồ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use case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Kịch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bản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iểu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đồ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tuần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tự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Cơ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sở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đồ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use case 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4900" y="3271284"/>
            <a:ext cx="36232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2.1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đồ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use case web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quản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lý</a:t>
            </a:r>
            <a:endParaRPr lang="en-US" b="1" dirty="0"/>
          </a:p>
        </p:txBody>
      </p:sp>
      <p:pic>
        <p:nvPicPr>
          <p:cNvPr id="1027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44" y="1173162"/>
            <a:ext cx="6241483" cy="5027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378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đồ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use case 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7660" y="3326148"/>
            <a:ext cx="36232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2.2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đồ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use case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Android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866" y="1553340"/>
            <a:ext cx="7808318" cy="500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883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Kịch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bản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iểu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đồ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tuần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tự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79528" y="5976604"/>
            <a:ext cx="6031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2.3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Kịch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bản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đồ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tuần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chức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năng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thêm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thẻ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2188" y="1498896"/>
            <a:ext cx="5293822" cy="3832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506" y="1498896"/>
            <a:ext cx="4956546" cy="3832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Cơ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sở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77613" y="6173725"/>
            <a:ext cx="5635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2.4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Lược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đồ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sở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dữ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liệu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0744" y="1380681"/>
            <a:ext cx="6808392" cy="4435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Luồng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hoạt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động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77613" y="6173725"/>
            <a:ext cx="5635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2.5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Luồng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hoạt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204" y="2807897"/>
            <a:ext cx="2066524" cy="132519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426" y="2807897"/>
            <a:ext cx="1789998" cy="13251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5122" y="2807896"/>
            <a:ext cx="2118373" cy="1325191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V="1">
            <a:off x="3317728" y="3017520"/>
            <a:ext cx="1713698" cy="9144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6821424" y="3867912"/>
            <a:ext cx="1713698" cy="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6821424" y="3050359"/>
            <a:ext cx="1713698" cy="9144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3317728" y="3867912"/>
            <a:ext cx="1713698" cy="16574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711287" y="2623230"/>
            <a:ext cx="1125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request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7115328" y="2638092"/>
            <a:ext cx="1125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request</a:t>
            </a:r>
            <a:endParaRPr 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7115327" y="3418071"/>
            <a:ext cx="125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response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3585743" y="3462401"/>
            <a:ext cx="1251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response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86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3</a:t>
            </a:r>
            <a:r>
              <a:rPr lang="en-US" sz="3200" dirty="0" smtClean="0"/>
              <a:t>. </a:t>
            </a:r>
            <a:r>
              <a:rPr lang="en-US" sz="3200" dirty="0" err="1" smtClean="0"/>
              <a:t>Công</a:t>
            </a:r>
            <a:r>
              <a:rPr lang="en-US" sz="3200" dirty="0" smtClean="0"/>
              <a:t> </a:t>
            </a:r>
            <a:r>
              <a:rPr lang="en-US" sz="3200" dirty="0" err="1" smtClean="0"/>
              <a:t>nghệ</a:t>
            </a:r>
            <a:r>
              <a:rPr lang="en-US" sz="3200" dirty="0" smtClean="0"/>
              <a:t> </a:t>
            </a:r>
            <a:r>
              <a:rPr lang="en-US" sz="3200" dirty="0" err="1" smtClean="0"/>
              <a:t>sử</a:t>
            </a:r>
            <a:r>
              <a:rPr lang="en-US" sz="3200" dirty="0" smtClean="0"/>
              <a:t> </a:t>
            </a:r>
            <a:r>
              <a:rPr lang="en-US" sz="3200" dirty="0" err="1" smtClean="0"/>
              <a:t>dụng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 flipH="1">
            <a:off x="443106" y="2127326"/>
            <a:ext cx="5561471" cy="3622623"/>
          </a:xfrm>
        </p:spPr>
        <p:txBody>
          <a:bodyPr>
            <a:normAutofit fontScale="85000" lnSpcReduction="10000"/>
          </a:bodyPr>
          <a:lstStyle/>
          <a:p>
            <a:pPr marL="514350" indent="-514350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MySQL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/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Java, Spring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Framework, Android Studio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/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Bootstrap,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Thymeleaf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/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/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AivenConsole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AWS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4" descr="bootstrap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770810" y="4253095"/>
            <a:ext cx="3714750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Content Placeholder 7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241" y="1844230"/>
            <a:ext cx="2317239" cy="1542017"/>
          </a:xfr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987" y="1842511"/>
            <a:ext cx="2572893" cy="154373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2035" y="4398264"/>
            <a:ext cx="2866612" cy="14333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</a:t>
            </a:r>
            <a:r>
              <a:rPr lang="en-US" dirty="0" smtClean="0"/>
              <a:t>.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chương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50" y="2359152"/>
            <a:ext cx="5327908" cy="2523745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860" y="2359152"/>
            <a:ext cx="5040382" cy="252374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68680" y="1609344"/>
            <a:ext cx="2487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/>
              <a:t>Thông</a:t>
            </a:r>
            <a:r>
              <a:rPr lang="en-US" b="1" dirty="0" smtClean="0"/>
              <a:t> tin </a:t>
            </a:r>
            <a:r>
              <a:rPr lang="en-US" b="1" dirty="0" err="1" smtClean="0"/>
              <a:t>kết</a:t>
            </a:r>
            <a:r>
              <a:rPr lang="en-US" b="1" dirty="0" smtClean="0"/>
              <a:t> </a:t>
            </a:r>
            <a:r>
              <a:rPr lang="en-US" b="1" dirty="0" err="1" smtClean="0"/>
              <a:t>nối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05402" y="5263373"/>
            <a:ext cx="5635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Bảng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4.1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nối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tới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database server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02423" y="5263373"/>
            <a:ext cx="5635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Bảng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4.2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nối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tới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web server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giao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diện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chương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trình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3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9659" y="1530223"/>
            <a:ext cx="8531163" cy="4788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357880" y="6419088"/>
            <a:ext cx="347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Hình</a:t>
            </a:r>
            <a:r>
              <a:rPr lang="en-US" dirty="0" smtClean="0"/>
              <a:t> 4.1 </a:t>
            </a:r>
            <a:r>
              <a:rPr lang="en-US" dirty="0" err="1" smtClean="0"/>
              <a:t>Giao</a:t>
            </a:r>
            <a:r>
              <a:rPr lang="en-US" dirty="0" smtClean="0"/>
              <a:t> </a:t>
            </a:r>
            <a:r>
              <a:rPr lang="en-US" dirty="0" err="1" smtClean="0"/>
              <a:t>diện</a:t>
            </a:r>
            <a:r>
              <a:rPr lang="en-US" dirty="0" smtClean="0"/>
              <a:t> </a:t>
            </a:r>
            <a:r>
              <a:rPr lang="en-US" dirty="0" err="1" smtClean="0"/>
              <a:t>đăng</a:t>
            </a:r>
            <a:r>
              <a:rPr lang="en-US" dirty="0" smtClean="0"/>
              <a:t> </a:t>
            </a:r>
            <a:r>
              <a:rPr lang="en-US" dirty="0" err="1" smtClean="0"/>
              <a:t>nhập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giao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diện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chương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trình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96271" y="6350168"/>
            <a:ext cx="32656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4.2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Giao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diện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quản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lý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thẻ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nhớ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14" y="1698113"/>
            <a:ext cx="8306253" cy="4519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giao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diện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chương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trình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3" y="3136166"/>
            <a:ext cx="15819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4.3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Giao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diện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chính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950" y="1372026"/>
            <a:ext cx="2480818" cy="494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2010" y="1372026"/>
            <a:ext cx="2550710" cy="5012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724144" y="3136166"/>
            <a:ext cx="20578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4.4 Navigation Drawer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giao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diện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chương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trình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3" y="3136166"/>
            <a:ext cx="15819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4.5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Chế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học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24144" y="3136166"/>
            <a:ext cx="18257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4.6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Thống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kê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19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442" y="1372026"/>
            <a:ext cx="2697638" cy="5294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1040" y="1372026"/>
            <a:ext cx="2651125" cy="5300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884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giao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diện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chương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trình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0896" y="3447062"/>
            <a:ext cx="17647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4.7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Trợ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giúp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84825" y="3447062"/>
            <a:ext cx="18257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4.8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Ủng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hộ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219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3705" y="1372026"/>
            <a:ext cx="2703731" cy="5300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7061" y="1372026"/>
            <a:ext cx="2660468" cy="5300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8301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giao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diện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chương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trình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3" y="3136166"/>
            <a:ext cx="15819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4.9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Quản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lý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thẻ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68695" y="3136166"/>
            <a:ext cx="18257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4.10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Thêm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thẻ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mới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42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3767" y="1372025"/>
            <a:ext cx="2740025" cy="5409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9352" y="1372025"/>
            <a:ext cx="2716230" cy="5409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4859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giao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diện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chương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trình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8521" y="3136166"/>
            <a:ext cx="15819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4.11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Quản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lý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thẻ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nhớ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89904" y="3136166"/>
            <a:ext cx="18257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4.12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Thêm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thẻ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nhớ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26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6886" y="1372026"/>
            <a:ext cx="2694351" cy="5300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1352" y="1372026"/>
            <a:ext cx="2626043" cy="5252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1545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Tổng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kết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408806"/>
            <a:ext cx="5327798" cy="4481631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đạt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0"/>
            <a:r>
              <a:rPr lang="en-US" sz="1600" dirty="0" err="1"/>
              <a:t>Hiểu</a:t>
            </a:r>
            <a:r>
              <a:rPr lang="en-US" sz="1600" dirty="0"/>
              <a:t> </a:t>
            </a:r>
            <a:r>
              <a:rPr lang="en-US" sz="1600" dirty="0" err="1"/>
              <a:t>biết</a:t>
            </a:r>
            <a:r>
              <a:rPr lang="en-US" sz="1600" dirty="0"/>
              <a:t> </a:t>
            </a:r>
            <a:r>
              <a:rPr lang="en-US" sz="1600" dirty="0" err="1"/>
              <a:t>thêm</a:t>
            </a:r>
            <a:r>
              <a:rPr lang="en-US" sz="1600" dirty="0"/>
              <a:t> </a:t>
            </a:r>
            <a:r>
              <a:rPr lang="en-US" sz="1600" dirty="0" err="1"/>
              <a:t>về</a:t>
            </a:r>
            <a:r>
              <a:rPr lang="en-US" sz="1600" dirty="0"/>
              <a:t> </a:t>
            </a:r>
            <a:r>
              <a:rPr lang="en-US" sz="1600" dirty="0" err="1"/>
              <a:t>ngôn</a:t>
            </a:r>
            <a:r>
              <a:rPr lang="en-US" sz="1600" dirty="0"/>
              <a:t> </a:t>
            </a:r>
            <a:r>
              <a:rPr lang="en-US" sz="1600" dirty="0" err="1"/>
              <a:t>ngữ</a:t>
            </a:r>
            <a:r>
              <a:rPr lang="en-US" sz="1600" dirty="0"/>
              <a:t> </a:t>
            </a:r>
            <a:r>
              <a:rPr lang="en-US" sz="1600" dirty="0" err="1"/>
              <a:t>lập</a:t>
            </a:r>
            <a:r>
              <a:rPr lang="en-US" sz="1600" dirty="0"/>
              <a:t> </a:t>
            </a:r>
            <a:r>
              <a:rPr lang="en-US" sz="1600" dirty="0" err="1"/>
              <a:t>trình</a:t>
            </a:r>
            <a:r>
              <a:rPr lang="en-US" sz="1600" dirty="0"/>
              <a:t> backend Java  </a:t>
            </a:r>
          </a:p>
          <a:p>
            <a:pPr lvl="0"/>
            <a:r>
              <a:rPr lang="en-US" sz="1600" dirty="0" err="1"/>
              <a:t>Hiểu</a:t>
            </a:r>
            <a:r>
              <a:rPr lang="en-US" sz="1600" dirty="0"/>
              <a:t> </a:t>
            </a:r>
            <a:r>
              <a:rPr lang="en-US" sz="1600" dirty="0" err="1"/>
              <a:t>biết</a:t>
            </a:r>
            <a:r>
              <a:rPr lang="en-US" sz="1600" dirty="0"/>
              <a:t> </a:t>
            </a:r>
            <a:r>
              <a:rPr lang="en-US" sz="1600" dirty="0" err="1"/>
              <a:t>về</a:t>
            </a:r>
            <a:r>
              <a:rPr lang="en-US" sz="1600" dirty="0"/>
              <a:t> </a:t>
            </a:r>
            <a:r>
              <a:rPr lang="en-US" sz="1600" dirty="0" err="1"/>
              <a:t>cài</a:t>
            </a:r>
            <a:r>
              <a:rPr lang="en-US" sz="1600" dirty="0"/>
              <a:t> </a:t>
            </a:r>
            <a:r>
              <a:rPr lang="en-US" sz="1600" dirty="0" err="1"/>
              <a:t>đặt</a:t>
            </a:r>
            <a:r>
              <a:rPr lang="en-US" sz="1600" dirty="0"/>
              <a:t> </a:t>
            </a:r>
            <a:r>
              <a:rPr lang="en-US" sz="1600" dirty="0" err="1"/>
              <a:t>môi</a:t>
            </a:r>
            <a:r>
              <a:rPr lang="en-US" sz="1600" dirty="0"/>
              <a:t> </a:t>
            </a:r>
            <a:r>
              <a:rPr lang="en-US" sz="1600" dirty="0" err="1"/>
              <a:t>trường</a:t>
            </a:r>
            <a:r>
              <a:rPr lang="en-US" sz="1600" dirty="0"/>
              <a:t> </a:t>
            </a:r>
            <a:r>
              <a:rPr lang="en-US" sz="1600" dirty="0" err="1"/>
              <a:t>phía</a:t>
            </a:r>
            <a:r>
              <a:rPr lang="en-US" sz="1600" dirty="0"/>
              <a:t> backend </a:t>
            </a:r>
            <a:r>
              <a:rPr lang="en-US" sz="1600" dirty="0" err="1"/>
              <a:t>và</a:t>
            </a:r>
            <a:r>
              <a:rPr lang="en-US" sz="1600" dirty="0"/>
              <a:t> frontend.</a:t>
            </a:r>
          </a:p>
          <a:p>
            <a:pPr lvl="0"/>
            <a:r>
              <a:rPr lang="en-US" sz="1600" dirty="0" err="1"/>
              <a:t>Sử</a:t>
            </a:r>
            <a:r>
              <a:rPr lang="en-US" sz="1600" dirty="0"/>
              <a:t> </a:t>
            </a:r>
            <a:r>
              <a:rPr lang="en-US" sz="1600" dirty="0" err="1"/>
              <a:t>dụng</a:t>
            </a:r>
            <a:r>
              <a:rPr lang="en-US" sz="1600" dirty="0"/>
              <a:t> </a:t>
            </a:r>
            <a:r>
              <a:rPr lang="en-US" sz="1600" dirty="0" err="1"/>
              <a:t>các</a:t>
            </a:r>
            <a:r>
              <a:rPr lang="en-US" sz="1600" dirty="0"/>
              <a:t> </a:t>
            </a:r>
            <a:r>
              <a:rPr lang="en-US" sz="1600" dirty="0" err="1"/>
              <a:t>thư</a:t>
            </a:r>
            <a:r>
              <a:rPr lang="en-US" sz="1600" dirty="0"/>
              <a:t> </a:t>
            </a:r>
            <a:r>
              <a:rPr lang="en-US" sz="1600" dirty="0" err="1"/>
              <a:t>viện</a:t>
            </a:r>
            <a:r>
              <a:rPr lang="en-US" sz="1600" dirty="0"/>
              <a:t> </a:t>
            </a:r>
            <a:r>
              <a:rPr lang="en-US" sz="1600" dirty="0" err="1"/>
              <a:t>bên</a:t>
            </a:r>
            <a:r>
              <a:rPr lang="en-US" sz="1600" dirty="0"/>
              <a:t> </a:t>
            </a:r>
            <a:r>
              <a:rPr lang="en-US" sz="1600" dirty="0" err="1"/>
              <a:t>thứ</a:t>
            </a:r>
            <a:r>
              <a:rPr lang="en-US" sz="1600" dirty="0"/>
              <a:t> 3 </a:t>
            </a:r>
            <a:r>
              <a:rPr lang="en-US" sz="1600" dirty="0" err="1"/>
              <a:t>để</a:t>
            </a:r>
            <a:r>
              <a:rPr lang="en-US" sz="1600" dirty="0"/>
              <a:t> </a:t>
            </a:r>
            <a:r>
              <a:rPr lang="en-US" sz="1600" dirty="0" err="1"/>
              <a:t>hỗ</a:t>
            </a:r>
            <a:r>
              <a:rPr lang="en-US" sz="1600" dirty="0"/>
              <a:t> </a:t>
            </a:r>
            <a:r>
              <a:rPr lang="en-US" sz="1600" dirty="0" err="1"/>
              <a:t>trợ</a:t>
            </a:r>
            <a:r>
              <a:rPr lang="en-US" sz="1600" dirty="0"/>
              <a:t> </a:t>
            </a:r>
            <a:r>
              <a:rPr lang="en-US" sz="1600" dirty="0" err="1"/>
              <a:t>xử</a:t>
            </a:r>
            <a:r>
              <a:rPr lang="en-US" sz="1600" dirty="0"/>
              <a:t> </a:t>
            </a:r>
            <a:r>
              <a:rPr lang="en-US" sz="1600" dirty="0" err="1"/>
              <a:t>lý</a:t>
            </a:r>
            <a:r>
              <a:rPr lang="en-US" sz="1600" dirty="0"/>
              <a:t> </a:t>
            </a:r>
            <a:r>
              <a:rPr lang="en-US" sz="1600" dirty="0" err="1"/>
              <a:t>nhanh</a:t>
            </a:r>
            <a:r>
              <a:rPr lang="en-US" sz="1600" dirty="0"/>
              <a:t> </a:t>
            </a:r>
            <a:r>
              <a:rPr lang="en-US" sz="1600" dirty="0" err="1"/>
              <a:t>hơn</a:t>
            </a:r>
            <a:r>
              <a:rPr lang="en-US" sz="1600" dirty="0"/>
              <a:t> .</a:t>
            </a:r>
          </a:p>
          <a:p>
            <a:pPr lvl="0"/>
            <a:r>
              <a:rPr lang="en-US" sz="1600" dirty="0" err="1"/>
              <a:t>Tìm</a:t>
            </a:r>
            <a:r>
              <a:rPr lang="en-US" sz="1600" dirty="0"/>
              <a:t> </a:t>
            </a:r>
            <a:r>
              <a:rPr lang="en-US" sz="1600" dirty="0" err="1"/>
              <a:t>hiểu</a:t>
            </a:r>
            <a:r>
              <a:rPr lang="en-US" sz="1600" dirty="0"/>
              <a:t> </a:t>
            </a:r>
            <a:r>
              <a:rPr lang="en-US" sz="1600" dirty="0" err="1"/>
              <a:t>thêm</a:t>
            </a:r>
            <a:r>
              <a:rPr lang="en-US" sz="1600" dirty="0"/>
              <a:t> </a:t>
            </a:r>
            <a:r>
              <a:rPr lang="en-US" sz="1600" dirty="0" err="1"/>
              <a:t>được</a:t>
            </a:r>
            <a:r>
              <a:rPr lang="en-US" sz="1600" dirty="0"/>
              <a:t> </a:t>
            </a:r>
            <a:r>
              <a:rPr lang="en-US" sz="1600" dirty="0" err="1"/>
              <a:t>về</a:t>
            </a:r>
            <a:r>
              <a:rPr lang="en-US" sz="1600" dirty="0"/>
              <a:t> </a:t>
            </a:r>
            <a:r>
              <a:rPr lang="en-US" sz="1600" dirty="0" err="1" smtClean="0"/>
              <a:t>cách</a:t>
            </a:r>
            <a:r>
              <a:rPr lang="en-US" sz="1600" dirty="0" smtClean="0"/>
              <a:t> </a:t>
            </a:r>
            <a:r>
              <a:rPr lang="en-US" sz="1600" dirty="0" err="1" smtClean="0"/>
              <a:t>giao</a:t>
            </a:r>
            <a:r>
              <a:rPr lang="en-US" sz="1600" dirty="0" smtClean="0"/>
              <a:t> </a:t>
            </a:r>
            <a:r>
              <a:rPr lang="en-US" sz="1600" dirty="0" err="1" smtClean="0"/>
              <a:t>tiếp</a:t>
            </a:r>
            <a:r>
              <a:rPr lang="en-US" sz="1600" dirty="0" smtClean="0"/>
              <a:t> </a:t>
            </a:r>
            <a:r>
              <a:rPr lang="en-US" sz="1600" dirty="0" err="1" smtClean="0"/>
              <a:t>giữa</a:t>
            </a:r>
            <a:r>
              <a:rPr lang="en-US" sz="1600" dirty="0" smtClean="0"/>
              <a:t> </a:t>
            </a:r>
            <a:r>
              <a:rPr lang="en-US" sz="1600" dirty="0" err="1" smtClean="0"/>
              <a:t>các</a:t>
            </a:r>
            <a:r>
              <a:rPr lang="en-US" sz="1600" dirty="0" smtClean="0"/>
              <a:t> </a:t>
            </a:r>
            <a:r>
              <a:rPr lang="en-US" sz="1600" dirty="0" err="1" smtClean="0"/>
              <a:t>ứng</a:t>
            </a:r>
            <a:r>
              <a:rPr lang="en-US" sz="1600" dirty="0" smtClean="0"/>
              <a:t> </a:t>
            </a:r>
            <a:r>
              <a:rPr lang="en-US" sz="1600" dirty="0" err="1" smtClean="0"/>
              <a:t>dụng</a:t>
            </a:r>
            <a:r>
              <a:rPr lang="en-US" sz="1600" dirty="0" smtClean="0"/>
              <a:t>, upload </a:t>
            </a:r>
            <a:r>
              <a:rPr lang="en-US" sz="1600" dirty="0" err="1" smtClean="0"/>
              <a:t>tài</a:t>
            </a:r>
            <a:r>
              <a:rPr lang="en-US" sz="1600" dirty="0" smtClean="0"/>
              <a:t> </a:t>
            </a:r>
            <a:r>
              <a:rPr lang="en-US" sz="1600" dirty="0" err="1" smtClean="0"/>
              <a:t>nguyên</a:t>
            </a:r>
            <a:r>
              <a:rPr lang="en-US" sz="1600" dirty="0" smtClean="0"/>
              <a:t>, </a:t>
            </a:r>
            <a:r>
              <a:rPr lang="en-US" sz="1600" dirty="0" err="1"/>
              <a:t>thao</a:t>
            </a:r>
            <a:r>
              <a:rPr lang="en-US" sz="1600" dirty="0"/>
              <a:t> </a:t>
            </a:r>
            <a:r>
              <a:rPr lang="en-US" sz="1600" dirty="0" err="1"/>
              <a:t>tác</a:t>
            </a:r>
            <a:r>
              <a:rPr lang="en-US" sz="1600" dirty="0"/>
              <a:t> </a:t>
            </a:r>
            <a:r>
              <a:rPr lang="en-US" sz="1600" dirty="0" err="1"/>
              <a:t>với</a:t>
            </a:r>
            <a:r>
              <a:rPr lang="en-US" sz="1600" dirty="0"/>
              <a:t> </a:t>
            </a:r>
            <a:r>
              <a:rPr lang="en-US" sz="1600" dirty="0" err="1"/>
              <a:t>dữ</a:t>
            </a:r>
            <a:r>
              <a:rPr lang="en-US" sz="1600" dirty="0"/>
              <a:t> </a:t>
            </a:r>
            <a:r>
              <a:rPr lang="en-US" sz="1600" dirty="0" err="1"/>
              <a:t>liệu</a:t>
            </a:r>
            <a:r>
              <a:rPr lang="en-US" sz="1600" dirty="0"/>
              <a:t>. </a:t>
            </a:r>
          </a:p>
          <a:p>
            <a:pPr lvl="0"/>
            <a:r>
              <a:rPr lang="en-US" sz="1600" dirty="0" err="1"/>
              <a:t>Nâng</a:t>
            </a:r>
            <a:r>
              <a:rPr lang="en-US" sz="1600" dirty="0"/>
              <a:t> </a:t>
            </a:r>
            <a:r>
              <a:rPr lang="en-US" sz="1600" dirty="0" err="1"/>
              <a:t>cao</a:t>
            </a:r>
            <a:r>
              <a:rPr lang="en-US" sz="1600" dirty="0"/>
              <a:t> </a:t>
            </a:r>
            <a:r>
              <a:rPr lang="en-US" sz="1600" dirty="0" err="1"/>
              <a:t>kỹ</a:t>
            </a:r>
            <a:r>
              <a:rPr lang="en-US" sz="1600" dirty="0"/>
              <a:t> </a:t>
            </a:r>
            <a:r>
              <a:rPr lang="en-US" sz="1600" dirty="0" err="1"/>
              <a:t>năng</a:t>
            </a:r>
            <a:r>
              <a:rPr lang="en-US" sz="1600" dirty="0"/>
              <a:t> </a:t>
            </a:r>
            <a:r>
              <a:rPr lang="en-US" sz="1600" dirty="0" err="1"/>
              <a:t>phân</a:t>
            </a:r>
            <a:r>
              <a:rPr lang="en-US" sz="1600" dirty="0"/>
              <a:t> </a:t>
            </a:r>
            <a:r>
              <a:rPr lang="en-US" sz="1600" dirty="0" err="1"/>
              <a:t>tích</a:t>
            </a:r>
            <a:r>
              <a:rPr lang="en-US" sz="1600" dirty="0"/>
              <a:t> </a:t>
            </a:r>
            <a:r>
              <a:rPr lang="en-US" sz="1600" dirty="0" err="1"/>
              <a:t>thiết</a:t>
            </a:r>
            <a:r>
              <a:rPr lang="en-US" sz="1600" dirty="0"/>
              <a:t> </a:t>
            </a:r>
            <a:r>
              <a:rPr lang="en-US" sz="1600" dirty="0" err="1"/>
              <a:t>kế</a:t>
            </a:r>
            <a:r>
              <a:rPr lang="en-US" sz="1600" dirty="0"/>
              <a:t> </a:t>
            </a:r>
            <a:r>
              <a:rPr lang="en-US" sz="1600" dirty="0" err="1"/>
              <a:t>hướng</a:t>
            </a:r>
            <a:r>
              <a:rPr lang="en-US" sz="1600" dirty="0"/>
              <a:t> </a:t>
            </a:r>
            <a:r>
              <a:rPr lang="en-US" sz="1600" dirty="0" err="1"/>
              <a:t>đối</a:t>
            </a:r>
            <a:r>
              <a:rPr lang="en-US" sz="1600" dirty="0"/>
              <a:t> </a:t>
            </a:r>
            <a:r>
              <a:rPr lang="en-US" sz="1600" dirty="0" err="1"/>
              <a:t>tượng</a:t>
            </a:r>
            <a:r>
              <a:rPr lang="en-US" sz="1600" dirty="0"/>
              <a:t> </a:t>
            </a:r>
            <a:r>
              <a:rPr lang="en-US" sz="1600" dirty="0" err="1"/>
              <a:t>với</a:t>
            </a:r>
            <a:r>
              <a:rPr lang="en-US" sz="1600" dirty="0"/>
              <a:t> UML  </a:t>
            </a:r>
          </a:p>
          <a:p>
            <a:pPr lvl="0"/>
            <a:r>
              <a:rPr lang="en-US" sz="1600" dirty="0" err="1"/>
              <a:t>Cách</a:t>
            </a:r>
            <a:r>
              <a:rPr lang="en-US" sz="1600" dirty="0"/>
              <a:t> </a:t>
            </a:r>
            <a:r>
              <a:rPr lang="en-US" sz="1600" dirty="0" err="1"/>
              <a:t>tổ</a:t>
            </a:r>
            <a:r>
              <a:rPr lang="en-US" sz="1600" dirty="0"/>
              <a:t> </a:t>
            </a:r>
            <a:r>
              <a:rPr lang="en-US" sz="1600" dirty="0" err="1"/>
              <a:t>chức</a:t>
            </a:r>
            <a:r>
              <a:rPr lang="en-US" sz="1600" dirty="0"/>
              <a:t> </a:t>
            </a:r>
            <a:r>
              <a:rPr lang="en-US" sz="1600" dirty="0" err="1"/>
              <a:t>thư</a:t>
            </a:r>
            <a:r>
              <a:rPr lang="en-US" sz="1600" dirty="0"/>
              <a:t> </a:t>
            </a:r>
            <a:r>
              <a:rPr lang="en-US" sz="1600" dirty="0" err="1"/>
              <a:t>mục</a:t>
            </a:r>
            <a:r>
              <a:rPr lang="en-US" sz="1600" dirty="0"/>
              <a:t> code </a:t>
            </a:r>
          </a:p>
          <a:p>
            <a:pPr lvl="0"/>
            <a:r>
              <a:rPr lang="en-US" sz="1600" dirty="0" err="1"/>
              <a:t>Các</a:t>
            </a:r>
            <a:r>
              <a:rPr lang="en-US" sz="1600" dirty="0"/>
              <a:t> </a:t>
            </a:r>
            <a:r>
              <a:rPr lang="en-US" sz="1600" dirty="0" err="1"/>
              <a:t>kỹ</a:t>
            </a:r>
            <a:r>
              <a:rPr lang="en-US" sz="1600" dirty="0"/>
              <a:t> </a:t>
            </a:r>
            <a:r>
              <a:rPr lang="en-US" sz="1600" dirty="0" err="1"/>
              <a:t>năng</a:t>
            </a:r>
            <a:r>
              <a:rPr lang="en-US" sz="1600" dirty="0"/>
              <a:t> deploy </a:t>
            </a:r>
            <a:r>
              <a:rPr lang="en-US" sz="1600" dirty="0" err="1"/>
              <a:t>sản</a:t>
            </a:r>
            <a:r>
              <a:rPr lang="en-US" sz="1600" dirty="0"/>
              <a:t> </a:t>
            </a:r>
            <a:r>
              <a:rPr lang="en-US" sz="1600" dirty="0" err="1"/>
              <a:t>phẩm</a:t>
            </a:r>
            <a:r>
              <a:rPr lang="en-US" sz="1600" dirty="0"/>
              <a:t> </a:t>
            </a:r>
            <a:r>
              <a:rPr lang="en-US" sz="1600" dirty="0" err="1"/>
              <a:t>lên</a:t>
            </a:r>
            <a:r>
              <a:rPr lang="en-US" sz="1600" dirty="0"/>
              <a:t> </a:t>
            </a:r>
            <a:r>
              <a:rPr lang="en-US" sz="1600" dirty="0" err="1"/>
              <a:t>môi</a:t>
            </a:r>
            <a:r>
              <a:rPr lang="en-US" sz="1600" dirty="0"/>
              <a:t> </a:t>
            </a:r>
            <a:r>
              <a:rPr lang="en-US" sz="1600" dirty="0" err="1"/>
              <a:t>trường</a:t>
            </a:r>
            <a:r>
              <a:rPr lang="en-US" sz="1600" dirty="0"/>
              <a:t> </a:t>
            </a:r>
            <a:r>
              <a:rPr lang="en-US" sz="1600" dirty="0" err="1"/>
              <a:t>ứng</a:t>
            </a:r>
            <a:r>
              <a:rPr lang="en-US" sz="1600" dirty="0"/>
              <a:t> </a:t>
            </a:r>
            <a:r>
              <a:rPr lang="en-US" sz="1600" dirty="0" err="1"/>
              <a:t>dụng</a:t>
            </a:r>
            <a:r>
              <a:rPr lang="en-US" sz="1600" dirty="0"/>
              <a:t>. </a:t>
            </a:r>
          </a:p>
          <a:p>
            <a:pPr lvl="0"/>
            <a:r>
              <a:rPr lang="en-US" sz="1600" dirty="0" err="1"/>
              <a:t>Nắm</a:t>
            </a:r>
            <a:r>
              <a:rPr lang="en-US" sz="1600" dirty="0"/>
              <a:t> </a:t>
            </a:r>
            <a:r>
              <a:rPr lang="en-US" sz="1600" dirty="0" err="1"/>
              <a:t>bắt</a:t>
            </a:r>
            <a:r>
              <a:rPr lang="en-US" sz="1600" dirty="0"/>
              <a:t> </a:t>
            </a:r>
            <a:r>
              <a:rPr lang="en-US" sz="1600" dirty="0" err="1"/>
              <a:t>cơ</a:t>
            </a:r>
            <a:r>
              <a:rPr lang="en-US" sz="1600" dirty="0"/>
              <a:t> </a:t>
            </a:r>
            <a:r>
              <a:rPr lang="en-US" sz="1600" dirty="0" err="1"/>
              <a:t>bản</a:t>
            </a:r>
            <a:r>
              <a:rPr lang="en-US" sz="1600" dirty="0"/>
              <a:t> </a:t>
            </a:r>
            <a:r>
              <a:rPr lang="en-US" sz="1600" dirty="0" err="1"/>
              <a:t>kỹ</a:t>
            </a:r>
            <a:r>
              <a:rPr lang="en-US" sz="1600" dirty="0"/>
              <a:t> </a:t>
            </a:r>
            <a:r>
              <a:rPr lang="en-US" sz="1600" dirty="0" err="1"/>
              <a:t>năng</a:t>
            </a:r>
            <a:r>
              <a:rPr lang="en-US" sz="1600" dirty="0"/>
              <a:t> debug code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81553" y="1408807"/>
            <a:ext cx="4473648" cy="4571999"/>
          </a:xfrm>
        </p:spPr>
        <p:txBody>
          <a:bodyPr>
            <a:normAutofit/>
          </a:bodyPr>
          <a:lstStyle/>
          <a:p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Hướng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sản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phẩm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sz="1600" dirty="0" err="1"/>
              <a:t>Phát</a:t>
            </a:r>
            <a:r>
              <a:rPr lang="en-US" sz="1600" dirty="0"/>
              <a:t> </a:t>
            </a:r>
            <a:r>
              <a:rPr lang="en-US" sz="1600" dirty="0" err="1"/>
              <a:t>triển</a:t>
            </a:r>
            <a:r>
              <a:rPr lang="en-US" sz="1600" dirty="0"/>
              <a:t> </a:t>
            </a:r>
            <a:r>
              <a:rPr lang="en-US" sz="1600" dirty="0" err="1"/>
              <a:t>những</a:t>
            </a:r>
            <a:r>
              <a:rPr lang="en-US" sz="1600" dirty="0"/>
              <a:t> </a:t>
            </a:r>
            <a:r>
              <a:rPr lang="en-US" sz="1600" dirty="0" err="1"/>
              <a:t>tính</a:t>
            </a:r>
            <a:r>
              <a:rPr lang="en-US" sz="1600" dirty="0"/>
              <a:t> </a:t>
            </a:r>
            <a:r>
              <a:rPr lang="en-US" sz="1600" dirty="0" err="1"/>
              <a:t>năng</a:t>
            </a:r>
            <a:r>
              <a:rPr lang="en-US" sz="1600" dirty="0"/>
              <a:t> </a:t>
            </a:r>
            <a:r>
              <a:rPr lang="en-US" sz="1600" dirty="0" err="1"/>
              <a:t>còn</a:t>
            </a:r>
            <a:r>
              <a:rPr lang="en-US" sz="1600" dirty="0"/>
              <a:t> </a:t>
            </a:r>
            <a:r>
              <a:rPr lang="en-US" sz="1600" dirty="0" err="1"/>
              <a:t>thiếu</a:t>
            </a:r>
            <a:r>
              <a:rPr lang="en-US" sz="1600" dirty="0"/>
              <a:t> </a:t>
            </a:r>
            <a:r>
              <a:rPr lang="en-US" sz="1600" dirty="0" err="1"/>
              <a:t>như</a:t>
            </a:r>
            <a:r>
              <a:rPr lang="en-US" sz="1600" dirty="0"/>
              <a:t>: </a:t>
            </a:r>
            <a:r>
              <a:rPr lang="en-US" sz="1600" dirty="0" err="1"/>
              <a:t>Người</a:t>
            </a:r>
            <a:r>
              <a:rPr lang="en-US" sz="1600" dirty="0"/>
              <a:t> </a:t>
            </a:r>
            <a:r>
              <a:rPr lang="en-US" sz="1600" dirty="0" err="1"/>
              <a:t>dùng</a:t>
            </a:r>
            <a:r>
              <a:rPr lang="en-US" sz="1600" dirty="0"/>
              <a:t> VIP, </a:t>
            </a:r>
            <a:r>
              <a:rPr lang="en-US" sz="1600" dirty="0" err="1"/>
              <a:t>phân</a:t>
            </a:r>
            <a:r>
              <a:rPr lang="en-US" sz="1600" dirty="0"/>
              <a:t> </a:t>
            </a:r>
            <a:r>
              <a:rPr lang="en-US" sz="1600" dirty="0" err="1"/>
              <a:t>loại</a:t>
            </a:r>
            <a:r>
              <a:rPr lang="en-US" sz="1600" dirty="0"/>
              <a:t> </a:t>
            </a:r>
            <a:r>
              <a:rPr lang="en-US" sz="1600" dirty="0" err="1"/>
              <a:t>thẻ</a:t>
            </a:r>
            <a:r>
              <a:rPr lang="en-US" sz="1600" dirty="0"/>
              <a:t> </a:t>
            </a:r>
            <a:r>
              <a:rPr lang="en-US" sz="1600" dirty="0" err="1"/>
              <a:t>nhớ</a:t>
            </a:r>
            <a:r>
              <a:rPr lang="en-US" sz="1600" dirty="0"/>
              <a:t>, </a:t>
            </a:r>
            <a:r>
              <a:rPr lang="en-US" sz="1600" dirty="0" err="1"/>
              <a:t>đa</a:t>
            </a:r>
            <a:r>
              <a:rPr lang="en-US" sz="1600" dirty="0"/>
              <a:t> </a:t>
            </a:r>
            <a:r>
              <a:rPr lang="en-US" sz="1600" dirty="0" err="1"/>
              <a:t>người</a:t>
            </a:r>
            <a:r>
              <a:rPr lang="en-US" sz="1600" dirty="0"/>
              <a:t> </a:t>
            </a:r>
            <a:r>
              <a:rPr lang="en-US" sz="1600" dirty="0" err="1"/>
              <a:t>dùng</a:t>
            </a:r>
            <a:r>
              <a:rPr lang="en-US" sz="1600" dirty="0"/>
              <a:t>…  </a:t>
            </a:r>
          </a:p>
          <a:p>
            <a:pPr lvl="0"/>
            <a:r>
              <a:rPr lang="en-US" sz="1600" dirty="0" err="1"/>
              <a:t>Phát</a:t>
            </a:r>
            <a:r>
              <a:rPr lang="en-US" sz="1600" dirty="0"/>
              <a:t> </a:t>
            </a:r>
            <a:r>
              <a:rPr lang="en-US" sz="1600" dirty="0" err="1"/>
              <a:t>triển</a:t>
            </a:r>
            <a:r>
              <a:rPr lang="en-US" sz="1600" dirty="0"/>
              <a:t> </a:t>
            </a:r>
            <a:r>
              <a:rPr lang="en-US" sz="1600" dirty="0" err="1"/>
              <a:t>được</a:t>
            </a:r>
            <a:r>
              <a:rPr lang="en-US" sz="1600" dirty="0"/>
              <a:t> </a:t>
            </a:r>
            <a:r>
              <a:rPr lang="en-US" sz="1600" dirty="0" err="1"/>
              <a:t>các</a:t>
            </a:r>
            <a:r>
              <a:rPr lang="en-US" sz="1600" dirty="0"/>
              <a:t> </a:t>
            </a:r>
            <a:r>
              <a:rPr lang="en-US" sz="1600" dirty="0" err="1"/>
              <a:t>giao</a:t>
            </a:r>
            <a:r>
              <a:rPr lang="en-US" sz="1600" dirty="0"/>
              <a:t> </a:t>
            </a:r>
            <a:r>
              <a:rPr lang="en-US" sz="1600" dirty="0" err="1"/>
              <a:t>diện</a:t>
            </a:r>
            <a:r>
              <a:rPr lang="en-US" sz="1600" dirty="0"/>
              <a:t> ở </a:t>
            </a:r>
            <a:r>
              <a:rPr lang="en-US" sz="1600" dirty="0" err="1"/>
              <a:t>màn</a:t>
            </a:r>
            <a:r>
              <a:rPr lang="en-US" sz="1600" dirty="0"/>
              <a:t> </a:t>
            </a:r>
            <a:r>
              <a:rPr lang="en-US" sz="1600" dirty="0" err="1"/>
              <a:t>hình</a:t>
            </a:r>
            <a:r>
              <a:rPr lang="en-US" sz="1600" dirty="0"/>
              <a:t> </a:t>
            </a:r>
            <a:r>
              <a:rPr lang="en-US" sz="1600" dirty="0" err="1"/>
              <a:t>khác</a:t>
            </a:r>
            <a:r>
              <a:rPr lang="en-US" sz="1600" dirty="0"/>
              <a:t> </a:t>
            </a:r>
            <a:r>
              <a:rPr lang="en-US" sz="1600" dirty="0" err="1"/>
              <a:t>nhau</a:t>
            </a:r>
            <a:r>
              <a:rPr lang="en-US" sz="1600" dirty="0"/>
              <a:t>.  </a:t>
            </a:r>
          </a:p>
          <a:p>
            <a:pPr lvl="0"/>
            <a:r>
              <a:rPr lang="en-US" sz="1600" dirty="0" err="1"/>
              <a:t>Ứng</a:t>
            </a:r>
            <a:r>
              <a:rPr lang="en-US" sz="1600" dirty="0"/>
              <a:t> </a:t>
            </a:r>
            <a:r>
              <a:rPr lang="en-US" sz="1600" dirty="0" err="1"/>
              <a:t>dụng</a:t>
            </a:r>
            <a:r>
              <a:rPr lang="en-US" sz="1600" dirty="0"/>
              <a:t> </a:t>
            </a:r>
            <a:r>
              <a:rPr lang="en-US" sz="1600" dirty="0" err="1"/>
              <a:t>kỹ</a:t>
            </a:r>
            <a:r>
              <a:rPr lang="en-US" sz="1600" dirty="0"/>
              <a:t> </a:t>
            </a:r>
            <a:r>
              <a:rPr lang="en-US" sz="1600" dirty="0" err="1"/>
              <a:t>thuật</a:t>
            </a:r>
            <a:r>
              <a:rPr lang="en-US" sz="1600" dirty="0"/>
              <a:t> </a:t>
            </a:r>
            <a:r>
              <a:rPr lang="en-US" sz="1600" dirty="0" err="1"/>
              <a:t>đề</a:t>
            </a:r>
            <a:r>
              <a:rPr lang="en-US" sz="1600" dirty="0"/>
              <a:t> </a:t>
            </a:r>
            <a:r>
              <a:rPr lang="en-US" sz="1600" dirty="0" err="1"/>
              <a:t>xuất</a:t>
            </a:r>
            <a:r>
              <a:rPr lang="en-US" sz="1600" dirty="0"/>
              <a:t> </a:t>
            </a:r>
            <a:r>
              <a:rPr lang="en-US" sz="1600" dirty="0" err="1"/>
              <a:t>các</a:t>
            </a:r>
            <a:r>
              <a:rPr lang="en-US" sz="1600" dirty="0"/>
              <a:t> </a:t>
            </a:r>
            <a:r>
              <a:rPr lang="en-US" sz="1600" dirty="0" err="1"/>
              <a:t>sản</a:t>
            </a:r>
            <a:r>
              <a:rPr lang="en-US" sz="1600" dirty="0"/>
              <a:t> </a:t>
            </a:r>
            <a:r>
              <a:rPr lang="en-US" sz="1600" dirty="0" err="1"/>
              <a:t>phẩm</a:t>
            </a:r>
            <a:r>
              <a:rPr lang="en-US" sz="1600" dirty="0"/>
              <a:t> </a:t>
            </a:r>
            <a:r>
              <a:rPr lang="en-US" sz="1600" dirty="0" err="1"/>
              <a:t>tương</a:t>
            </a:r>
            <a:r>
              <a:rPr lang="en-US" sz="1600" dirty="0"/>
              <a:t> </a:t>
            </a:r>
            <a:r>
              <a:rPr lang="en-US" sz="1600" dirty="0" err="1"/>
              <a:t>tự</a:t>
            </a:r>
            <a:r>
              <a:rPr lang="en-US" sz="1600" dirty="0"/>
              <a:t> </a:t>
            </a:r>
            <a:r>
              <a:rPr lang="en-US" sz="1600" dirty="0" err="1"/>
              <a:t>mà</a:t>
            </a:r>
            <a:r>
              <a:rPr lang="en-US" sz="1600" dirty="0"/>
              <a:t> </a:t>
            </a:r>
            <a:r>
              <a:rPr lang="en-US" sz="1600" dirty="0" err="1"/>
              <a:t>người</a:t>
            </a:r>
            <a:r>
              <a:rPr lang="en-US" sz="1600" dirty="0"/>
              <a:t> </a:t>
            </a:r>
            <a:r>
              <a:rPr lang="en-US" sz="1600" dirty="0" err="1"/>
              <a:t>dùng</a:t>
            </a:r>
            <a:r>
              <a:rPr lang="en-US" sz="1600" dirty="0"/>
              <a:t> </a:t>
            </a:r>
            <a:r>
              <a:rPr lang="en-US" sz="1600" dirty="0" err="1"/>
              <a:t>quan</a:t>
            </a:r>
            <a:r>
              <a:rPr lang="en-US" sz="1600" dirty="0"/>
              <a:t> </a:t>
            </a:r>
            <a:r>
              <a:rPr lang="en-US" sz="1600" dirty="0" err="1"/>
              <a:t>tâm</a:t>
            </a:r>
            <a:r>
              <a:rPr lang="en-US" sz="1600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4915" y="1145340"/>
            <a:ext cx="3168503" cy="91440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Lời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cẢm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ơn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917" y="2395729"/>
            <a:ext cx="10096501" cy="3742448"/>
          </a:xfrm>
        </p:spPr>
        <p:txBody>
          <a:bodyPr>
            <a:noAutofit/>
          </a:bodyPr>
          <a:lstStyle/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Em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xin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gửi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lời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cảm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ơn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giáo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viên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hướng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dẫn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– PGS.TS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Trần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Đăng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Hưng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Đại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nghiệp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Nội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tận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tình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hướng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dẫn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chỉ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bảo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em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suốt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quá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làm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khoá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luận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Em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cũng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xin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gửi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cảm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ơn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tới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thầy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cô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giáo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Đại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Nghiệp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Nội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nói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chung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thầy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cô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Bộ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môn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Kỹ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thuật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mềm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nói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riêng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dạy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dỗ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em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kiến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môn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đại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cương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cũng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như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môn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chuyên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ngành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giúp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em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cơ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sở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lý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thuyết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vững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vàng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giúp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đỡ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em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suốt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quá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em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tham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gia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tập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647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697</TotalTime>
  <Words>804</Words>
  <Application>Microsoft Office PowerPoint</Application>
  <PresentationFormat>Widescreen</PresentationFormat>
  <Paragraphs>99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Euphemia</vt:lpstr>
      <vt:lpstr>Plantagenet Cherokee</vt:lpstr>
      <vt:lpstr>Times New Roman</vt:lpstr>
      <vt:lpstr>Wingdings</vt:lpstr>
      <vt:lpstr>Academic Literature 16x9</vt:lpstr>
      <vt:lpstr>Báo Cáo ĐỒ ÁN TỐT NGHIỆP ĐẠI HỌC</vt:lpstr>
      <vt:lpstr>Nội dung</vt:lpstr>
      <vt:lpstr>1. Lý do chọn đề tài, mục tiêu và kết quả dự kiến</vt:lpstr>
      <vt:lpstr>2. Phân tích và thiết kế hệ thống</vt:lpstr>
      <vt:lpstr>Biểu đồ use case </vt:lpstr>
      <vt:lpstr>Biểu đồ use case </vt:lpstr>
      <vt:lpstr>Kịch bản và biểu đồ tuần tự</vt:lpstr>
      <vt:lpstr>Cơ sở dữ liệu</vt:lpstr>
      <vt:lpstr>Luồng hoạt động</vt:lpstr>
      <vt:lpstr>3. Công nghệ sử dụng</vt:lpstr>
      <vt:lpstr>4. Kết quả chương trình</vt:lpstr>
      <vt:lpstr>Một số giao diện chương trình</vt:lpstr>
      <vt:lpstr>Một số giao diện chương trình</vt:lpstr>
      <vt:lpstr>Một số giao diện chương trình</vt:lpstr>
      <vt:lpstr>Một số giao diện chương trình</vt:lpstr>
      <vt:lpstr>Một số giao diện chương trình</vt:lpstr>
      <vt:lpstr>Một số giao diện chương trình</vt:lpstr>
      <vt:lpstr>Một số giao diện chương trình</vt:lpstr>
      <vt:lpstr>5. Tổng kết</vt:lpstr>
      <vt:lpstr>Lời cẢm ơn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With Picture Layout</dc:title>
  <dc:creator>Tu Cao</dc:creator>
  <cp:lastModifiedBy>Microsoft account</cp:lastModifiedBy>
  <cp:revision>54</cp:revision>
  <dcterms:created xsi:type="dcterms:W3CDTF">2014-04-17T22:28:38Z</dcterms:created>
  <dcterms:modified xsi:type="dcterms:W3CDTF">2025-05-28T03:13:22Z</dcterms:modified>
</cp:coreProperties>
</file>